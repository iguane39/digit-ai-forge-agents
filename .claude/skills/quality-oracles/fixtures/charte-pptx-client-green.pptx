
<file path=[Content_Types].xml><?xml version="1.0" encoding="utf-8"?>
<Types xmlns="http://schemas.openxmlformats.org/package/2006/content-types">
  <Default Extension="png" ContentType="image/png"/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</p:presentation>
</file>

<file path=ppt/_rels/presentation.xml.rels><Relationships><Relationship Id="rId1" Target="slides/slide1.xml"/><Relationship Id="rId2" Target="slides/slide2.xml"/><Relationship Id="rId3" Target="slides/slide3.xml"/><Relationship Id="rId4" Target="slides/slide4.xml"/></Relationships>
</file>

<file path=ppt/slides/_rels/slide1.xml.rels><Relationships><Relationship Id="rId2" Target="../media/image1.png"/></Relationships>
</file>

<file path=ppt/slides/_rels/slide2.xml.rels><Relationships><Relationship Id="rId2" Target="../media/image1.png"/></Relationships>
</file>

<file path=ppt/slides/_rels/slide3.xml.rels><Relationships><Relationship Id="rId2" Target="../media/image1.png"/></Relationships>
</file>

<file path=ppt/slides/_rels/slide4.xml.rels><Relationships><Relationship Id="rId2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457200" y="2000000"/>
            <a:ext cx="8000000" cy="400000"/>
          </a:xfrm>
        </p:spPr>
        <p:txBody>
          <a:bodyPr/>
          <a:p>
            <a:r>
              <a:t>Règles communes — format client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1500000" cy="1500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8000000" cy="400000"/>
          </a:xfrm>
        </p:spPr>
        <p:txBody>
          <a:bodyPr/>
          <a:p>
            <a:r>
              <a:t>Architecture de référence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200000"/>
            <a:ext cx="8000000" cy="400000"/>
          </a:xfrm>
        </p:spPr>
        <p:txBody>
          <a:bodyPr/>
          <a:p>
            <a:r>
              <a:t>Principes et exemples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250000" cy="250000"/>
          </a:xfrm>
        </p:spPr>
      </p:pic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2200000"/>
            <a:ext cx="274320" cy="274320"/>
          </a:xfrm>
        </p:spPr>
      </p:pic>
      <p:sp>
        <p:nvSpPr>
          <p:cNvPr id="2" name="Forme"/>
          <p:cNvSpPr/>
          <p:nvPr/>
        </p:nvSpPr>
        <p:spPr>
          <a:xfrm>
            <a:off x="457200" y="6408000"/>
            <a:ext cx="6000000" cy="400000"/>
          </a:xfrm>
        </p:spPr>
        <p:txBody>
          <a:bodyPr/>
          <a:p>
            <a:r>
              <a:t>Client fictif · Règles communes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6408000"/>
            <a:ext cx="400000" cy="400000"/>
          </a:xfrm>
        </p:spPr>
        <p:txBody>
          <a:bodyPr/>
          <a:p>
            <a:r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8000000" cy="400000"/>
          </a:xfrm>
        </p:spPr>
        <p:txBody>
          <a:bodyPr/>
          <a:p>
            <a:r>
              <a:t>Envoi de messages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200000"/>
            <a:ext cx="8000000" cy="400000"/>
          </a:xfrm>
        </p:spPr>
        <p:txBody>
          <a:bodyPr/>
          <a:p>
            <a:r>
              <a:t>Principes et exemples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250000" cy="250000"/>
          </a:xfrm>
        </p:spPr>
      </p:pic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2200000"/>
            <a:ext cx="274320" cy="274320"/>
          </a:xfrm>
        </p:spPr>
      </p:pic>
      <p:sp>
        <p:nvSpPr>
          <p:cNvPr id="2" name="Forme"/>
          <p:cNvSpPr/>
          <p:nvPr/>
        </p:nvSpPr>
        <p:spPr>
          <a:xfrm>
            <a:off x="457200" y="6408000"/>
            <a:ext cx="6000000" cy="400000"/>
          </a:xfrm>
        </p:spPr>
        <p:txBody>
          <a:bodyPr/>
          <a:p>
            <a:r>
              <a:t>Client fictif · Règles communes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6408000"/>
            <a:ext cx="400000" cy="400000"/>
          </a:xfrm>
        </p:spPr>
        <p:txBody>
          <a:bodyPr/>
          <a:p>
            <a:r>
              <a:t>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8000000" cy="400000"/>
          </a:xfrm>
        </p:spPr>
        <p:txBody>
          <a:bodyPr/>
          <a:p>
            <a:r>
              <a:t>Journalisation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200000"/>
            <a:ext cx="8000000" cy="400000"/>
          </a:xfrm>
        </p:spPr>
        <p:txBody>
          <a:bodyPr/>
          <a:p>
            <a:r>
              <a:t>Principes et exemples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250000" cy="250000"/>
          </a:xfrm>
        </p:spPr>
      </p:pic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2200000"/>
            <a:ext cx="274320" cy="274320"/>
          </a:xfrm>
        </p:spPr>
      </p:pic>
      <p:sp>
        <p:nvSpPr>
          <p:cNvPr id="2" name="Forme"/>
          <p:cNvSpPr/>
          <p:nvPr/>
        </p:nvSpPr>
        <p:spPr>
          <a:xfrm>
            <a:off x="457200" y="6408000"/>
            <a:ext cx="6000000" cy="400000"/>
          </a:xfrm>
        </p:spPr>
        <p:txBody>
          <a:bodyPr/>
          <a:p>
            <a:r>
              <a:t>Client fictif · Règles communes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6408000"/>
            <a:ext cx="400000" cy="400000"/>
          </a:xfrm>
        </p:spPr>
        <p:txBody>
          <a:bodyPr/>
          <a:p>
            <a:r>
              <a:t>4</a:t>
            </a:r>
          </a:p>
        </p:txBody>
      </p:sp>
    </p:spTree>
  </p:cSld>
</p:sld>
</file>