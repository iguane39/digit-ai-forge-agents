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Support fictif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Sommaire</a:t>
            </a:r>
            <a:endParaRPr lang="en-US" dirty="0"/>
          </a:p>
        </p:txBody>
      </p:sp>
      <p:sp>
        <p:nvSpPr>
          <p:cNvPr id="3" name="Entrée de sommaire"/>
          <p:cNvSpPr/>
          <p:nvPr/>
        </p:nvSpPr>
        <p:spPr>
          <a:xfrm>
            <a:off x="548640" y="16459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01 Contexte</a:t>
            </a:r>
            <a:endParaRPr lang="en-US" dirty="0"/>
          </a:p>
        </p:txBody>
      </p:sp>
      <p:sp>
        <p:nvSpPr>
          <p:cNvPr id="4" name="Pied de page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Digit-AI — support fictif</a:t>
            </a:r>
            <a:endParaRPr lang="en-US" dirty="0"/>
          </a:p>
        </p:txBody>
      </p:sp>
      <p:sp>
        <p:nvSpPr>
          <p:cNvPr id="5" name="Pagination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2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uméro d intercalaire"/>
          <p:cNvSpPr/>
          <p:nvPr/>
        </p:nvSpPr>
        <p:spPr>
          <a:xfrm>
            <a:off x="548640" y="21945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01</a:t>
            </a:r>
            <a:endParaRPr lang="en-US" dirty="0"/>
          </a:p>
        </p:txBody>
      </p:sp>
      <p:sp>
        <p:nvSpPr>
          <p:cNvPr id="3" name="Intitulé d intercalaire"/>
          <p:cNvSpPr/>
          <p:nvPr/>
        </p:nvSpPr>
        <p:spPr>
          <a:xfrm>
            <a:off x="548640" y="292608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Contexte</a:t>
            </a:r>
            <a:endParaRPr lang="en-US" dirty="0"/>
          </a:p>
        </p:txBody>
      </p:sp>
      <p:sp>
        <p:nvSpPr>
          <p:cNvPr id="4" name="Pied de page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Digit-AI — support fictif</a:t>
            </a:r>
            <a:endParaRPr lang="en-US" dirty="0"/>
          </a:p>
        </p:txBody>
      </p:sp>
      <p:sp>
        <p:nvSpPr>
          <p:cNvPr id="5" name="Pagination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3</a:t>
            </a:r>
            <a:endParaRPr lang="en-US" dirty="0"/>
          </a:p>
        </p:txBody>
      </p:sp>
      <p:sp>
        <p:nvSpPr>
          <p:cNvPr id="6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dirty="0"/>
              <a:t>Contexte détaillé</a:t>
            </a:r>
            <a:endParaRPr lang="en-US" dirty="0"/>
          </a:p>
        </p:txBody>
      </p:sp>
      <p:sp>
        <p:nvSpPr>
          <p:cNvPr id="3" name="Corps"/>
          <p:cNvSpPr/>
          <p:nvPr/>
        </p:nvSpPr>
        <p:spPr>
          <a:xfrm>
            <a:off x="548640" y="18288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Corps de la diapositive</a:t>
            </a:r>
            <a:endParaRPr lang="en-US" dirty="0"/>
          </a:p>
        </p:txBody>
      </p:sp>
      <p:sp>
        <p:nvSpPr>
          <p:cNvPr id="4" name="Pied de page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Digit-AI — support fictif</a:t>
            </a:r>
            <a:endParaRPr lang="en-US" dirty="0"/>
          </a:p>
        </p:txBody>
      </p:sp>
      <p:sp>
        <p:nvSpPr>
          <p:cNvPr id="5" name="Pagination"/>
          <p:cNvSpPr/>
          <p:nvPr/>
        </p:nvSpPr>
        <p:spPr>
          <a:xfrm>
            <a:off x="10972800" y="640080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4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2026-10-12T18:34:21Z</dcterms:created>
  <dcterms:modified xsi:type="dcterms:W3CDTF">2026-10-12T18:34:21Z</dcterms:modified>
</cp:coreProperties>
</file>