
<file path=[Content_Types].xml><?xml version="1.0" encoding="utf-8"?>
<Types/>
</file>

<file path=ppt/presentation.xml><p:presentation><p:sldIdLst><p:sldId id="256" r:id="rId1"/><p:sldId id="257" r:id="rId2"/></p:sldIdLst></p:presentation>
</file>

<file path=ppt/_rels/presentation.xml.rels><Relationships><Relationship Id="rId1" Target="slides/slide1.xml"/><Relationship Id="rId2" Target="slides/slide2.xml"/></Relationships>
</file>

<file path=ppt/notesSlides/notesSlide2.xml><p:notes><p:cSpTree><p:sp><p:txBody><a:p><a:r><a:t>Rappeler que le workflow est deja outille cote integration.</a:t></a:r></a:p></p:txBody></p:sp></p:cSpTree></p:notes>
</file>

<file path=ppt/slides/_rels/slide2.xml.rels><Relationships><Relationship Id="rId1" Target="../notesSlides/notesSlide2.xml"/></Relationships>
</file>

<file path=ppt/slides/slide1.xml><p:sld><p:cSpTree><p:sp><p:nvSpPr><p:ph type="ctrTitle"/></p:nvSpPr><p:spPr><a:xfrm><a:off x="100" y="2000000"/><a:ext cx="8000000" cy="500000"/></a:xfrm></p:spPr><p:txBody><a:p><a:r><a:t>Plan de transformation</a:t></a:r></a:p></p:txBody></p:sp></p:cSpTree></p:sld>
</file>

<file path=ppt/slides/slide2.xml><p:sld><p:cSpTree><p:sp><p:nvSpPr><p:ph type="title"/></p:nvSpPr><p:spPr><a:xfrm><a:off x="100" y="500000"/><a:ext cx="8000000" cy="500000"/></a:xfrm></p:spPr><p:txBody><a:p><a:r><a:t>Le ticket entre en recette</a:t></a:r></a:p></p:txBody></p:sp><p:sp><p:nvSpPr></p:nvSpPr><p:spPr><a:xfrm><a:off x="100" y="1500000"/><a:ext cx="8000000" cy="500000"/></a:xfrm></p:spPr><p:txBody><a:p><a:r><a:t>Chaque ticket ouvert par le metier suit le meme parcours.</a:t></a:r></a:p></p:txBody></p:sp><p:sp><p:nvSpPr><p:ph type="ftr"/></p:nvSpPr><p:spPr><a:xfrm><a:off x="100" y="6500000"/><a:ext cx="8000000" cy="500000"/></a:xfrm></p:spPr><p:txBody><a:p><a:r><a:t>Digit-AI</a:t></a:r></a:p></p:txBody></p:sp><p:sp><p:nvSpPr><p:ph type="sldNum"/></p:nvSpPr><p:spPr><a:xfrm><a:off x="100" y="6500000"/><a:ext cx="8000000" cy="500000"/></a:xfrm></p:spPr><p:txBody><a:p><a:r><a:t>2</a:t></a:r></a:p></p:txBody></p:sp></p:cSpTree></p:sld>
</file>