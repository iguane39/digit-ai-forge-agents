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Relationships><Relationship Id="rId1" Target="slides/slide1.xml"/><Relationship Id="rId2" Target="slides/slide2.xml"/><Relationship Id="rId3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457200" y="2000000"/>
            <a:ext cx="9000000" cy="500000"/>
          </a:xfrm>
        </p:spPr>
        <p:txBody>
          <a:bodyPr/>
          <a:p>
            <a:r>
              <a:t>Digit-AI · mars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2000000"/>
            <a:ext cx="9000000" cy="500000"/>
          </a:xfrm>
        </p:spPr>
        <p:txBody>
          <a:bodyPr/>
          <a:p>
            <a:r>
              <a:t>01 · Contexte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457200" y="6408000"/>
            <a:ext cx="600000" cy="500000"/>
          </a:xfrm>
        </p:spPr>
        <p:txBody>
          <a:bodyPr/>
          <a:p>
            <a: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9000000" cy="500000"/>
          </a:xfrm>
        </p:spPr>
        <p:txBody>
          <a:bodyPr/>
          <a:p>
            <a:r>
              <a:t>Composants du dispositif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500000"/>
            <a:ext cx="9000000" cy="500000"/>
          </a:xfrm>
        </p:spPr>
        <p:txBody>
          <a:bodyPr/>
          <a:p>
            <a:r>
              <a:t>Pilotage · Données · Qualité · Sécurité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200000"/>
            <a:ext cx="9000000" cy="500000"/>
          </a:xfrm>
        </p:spPr>
        <p:txBody>
          <a:bodyPr/>
          <a:p>
            <a:r>
              <a:t>Lot 1 ; lot 2 ; lot 3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900000"/>
            <a:ext cx="9000000" cy="500000"/>
          </a:xfrm>
        </p:spPr>
        <p:txBody>
          <a:bodyPr/>
          <a:p>
            <a:r>
              <a:t>Cadrage · Réalisation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457200" y="6408000"/>
            <a:ext cx="600000" cy="500000"/>
          </a:xfrm>
        </p:spPr>
        <p:txBody>
          <a:bodyPr/>
          <a:p>
            <a:r>
              <a:t>3</a:t>
            </a:r>
          </a:p>
        </p:txBody>
      </p:sp>
    </p:spTree>
  </p:cSld>
</p:sld>
</file>