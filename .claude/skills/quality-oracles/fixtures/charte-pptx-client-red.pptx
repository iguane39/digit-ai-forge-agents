
<file path=[Content_Types].xml><?xml version="1.0" encoding="utf-8"?>
<Types xmlns="http://schemas.openxmlformats.org/package/2006/content-types">
  <Default Extension="png" ContentType="image/png"/>
  <Default Extension="xml" ContentType="application/xml"/>
</Type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IdLst>
    <p:sldId id="256" r:id="rId1"/>
    <p:sldId id="257" r:id="rId2"/>
    <p:sldId id="258" r:id="rId3"/>
    <p:sldId id="259" r:id="rId4"/>
  </p:sldIdLst>
  <p:sldSz cx="12192000" cy="6858000"/>
</p:presentation>
</file>

<file path=ppt/_rels/presentation.xml.rels><Relationships><Relationship Id="rId1" Target="slides/slide1.xml"/><Relationship Id="rId2" Target="slides/slide2.xml"/><Relationship Id="rId3" Target="slides/slide3.xml"/><Relationship Id="rId4" Target="slides/slide4.xml"/></Relationships>
</file>

<file path=ppt/slides/_rels/slide1.xml.rels><Relationships><Relationship Id="rId2" Target="../media/image1.png"/></Relationships>
</file>

<file path=ppt/slides/_rels/slide2.xml.rels><Relationships><Relationship Id="rId2" Target="../media/image1.png"/></Relationships>
</file>

<file path=ppt/slides/_rels/slide3.xml.rels><Relationships><Relationship Id="rId2" Target="../media/image1.png"/></Relationships>
</file>

<file path=ppt/slides/_rels/slide4.xml.rels><Relationships><Relationship Id="rId2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sp>
        <p:nvSpPr>
          <p:cNvPr id="2" name="Forme"/>
          <p:cNvSpPr/>
          <p:nvPr>
            <p:ph type="ctrTitle"/>
          </p:nvPr>
        </p:nvSpPr>
        <p:spPr>
          <a:xfrm>
            <a:off x="457200" y="2000000"/>
            <a:ext cx="8000000" cy="400000"/>
          </a:xfrm>
        </p:spPr>
        <p:txBody>
          <a:bodyPr/>
          <a:p>
            <a:r>
              <a:t>Règles communes — format client</a:t>
            </a:r>
          </a:p>
        </p:txBody>
      </p:sp>
      <p:pic>
        <p:nvPicPr>
          <p:cNvPr id="3" name="Icone"/>
          <p:cNvPicPr/>
          <p:nvPr/>
        </p:nvPicPr>
        <p:blipFill>
          <a:blip r:embed="rId2"/>
        </p:blipFill>
        <p:spPr>
          <a:xfrm>
            <a:off x="457200" y="1800000"/>
            <a:ext cx="1500000" cy="1500000"/>
          </a:xfrm>
        </p:spPr>
      </p:pic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sp>
        <p:nvSpPr>
          <p:cNvPr id="2" name="Forme"/>
          <p:cNvSpPr/>
          <p:nvPr>
            <p:ph type="title"/>
          </p:nvPr>
        </p:nvSpPr>
        <p:spPr>
          <a:xfrm>
            <a:off x="457200" y="400000"/>
            <a:ext cx="8000000" cy="400000"/>
          </a:xfrm>
        </p:spPr>
        <p:txBody>
          <a:bodyPr/>
          <a:p>
            <a:r>
              <a:t>Architecture de référence</a:t>
            </a:r>
          </a:p>
        </p:txBody>
      </p:sp>
      <p:sp>
        <p:nvSpPr>
          <p:cNvPr id="2" name="Forme"/>
          <p:cNvSpPr/>
          <p:nvPr/>
        </p:nvSpPr>
        <p:spPr>
          <a:xfrm>
            <a:off x="457200" y="1200000"/>
            <a:ext cx="8000000" cy="400000"/>
          </a:xfrm>
        </p:spPr>
        <p:txBody>
          <a:bodyPr/>
          <a:p>
            <a:r>
              <a:t>Principes et exemples</a:t>
            </a:r>
          </a:p>
        </p:txBody>
      </p:sp>
      <p:pic>
        <p:nvPicPr>
          <p:cNvPr id="3" name="Icone"/>
          <p:cNvPicPr/>
          <p:nvPr/>
        </p:nvPicPr>
        <p:blipFill>
          <a:blip r:embed="rId2"/>
        </p:blipFill>
        <p:spPr>
          <a:xfrm>
            <a:off x="457200" y="1800000"/>
            <a:ext cx="250000" cy="250000"/>
          </a:xfrm>
        </p:spPr>
      </p:pic>
      <p:pic>
        <p:nvPicPr>
          <p:cNvPr id="3" name="Icone"/>
          <p:cNvPicPr/>
          <p:nvPr/>
        </p:nvPicPr>
        <p:blipFill>
          <a:blip r:embed="rId2"/>
        </p:blipFill>
        <p:spPr>
          <a:xfrm>
            <a:off x="457200" y="2200000"/>
            <a:ext cx="274320" cy="274320"/>
          </a:xfrm>
        </p:spPr>
      </p:pic>
      <p:sp>
        <p:nvSpPr>
          <p:cNvPr id="2" name="Forme"/>
          <p:cNvSpPr/>
          <p:nvPr/>
        </p:nvSpPr>
        <p:spPr>
          <a:xfrm>
            <a:off x="457200" y="6408000"/>
            <a:ext cx="6000000" cy="400000"/>
          </a:xfrm>
        </p:spPr>
        <p:txBody>
          <a:bodyPr/>
          <a:p>
            <a:r>
              <a:t>Client fictif · Règles communes</a:t>
            </a:r>
          </a:p>
        </p:txBody>
      </p:sp>
      <p:sp>
        <p:nvSpPr>
          <p:cNvPr id="2" name="Forme"/>
          <p:cNvSpPr/>
          <p:nvPr/>
        </p:nvSpPr>
        <p:spPr>
          <a:xfrm>
            <a:off x="457200" y="6408000"/>
            <a:ext cx="400000" cy="400000"/>
          </a:xfrm>
        </p:spPr>
        <p:txBody>
          <a:bodyPr/>
          <a:p>
            <a:r>
              <a:t>2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sp>
        <p:nvSpPr>
          <p:cNvPr id="2" name="Forme"/>
          <p:cNvSpPr/>
          <p:nvPr>
            <p:ph type="title"/>
          </p:nvPr>
        </p:nvSpPr>
        <p:spPr>
          <a:xfrm>
            <a:off x="457200" y="400000"/>
            <a:ext cx="8000000" cy="400000"/>
          </a:xfrm>
        </p:spPr>
        <p:txBody>
          <a:bodyPr/>
          <a:p>
            <a:r>
              <a:t>Envoi de messages</a:t>
            </a:r>
          </a:p>
        </p:txBody>
      </p:sp>
      <p:sp>
        <p:nvSpPr>
          <p:cNvPr id="2" name="Forme"/>
          <p:cNvSpPr/>
          <p:nvPr/>
        </p:nvSpPr>
        <p:spPr>
          <a:xfrm>
            <a:off x="457200" y="1200000"/>
            <a:ext cx="8000000" cy="400000"/>
          </a:xfrm>
        </p:spPr>
        <p:txBody>
          <a:bodyPr/>
          <a:p>
            <a:r>
              <a:t>Principes et exemples</a:t>
            </a:r>
          </a:p>
        </p:txBody>
      </p:sp>
      <p:pic>
        <p:nvPicPr>
          <p:cNvPr id="3" name="Icone"/>
          <p:cNvPicPr/>
          <p:nvPr/>
        </p:nvPicPr>
        <p:blipFill>
          <a:blip r:embed="rId2"/>
        </p:blipFill>
        <p:spPr>
          <a:xfrm>
            <a:off x="457200" y="1800000"/>
            <a:ext cx="250000" cy="250000"/>
          </a:xfrm>
        </p:spPr>
      </p:pic>
      <p:pic>
        <p:nvPicPr>
          <p:cNvPr id="3" name="Icone"/>
          <p:cNvPicPr/>
          <p:nvPr/>
        </p:nvPicPr>
        <p:blipFill>
          <a:blip r:embed="rId2"/>
        </p:blipFill>
        <p:spPr>
          <a:xfrm>
            <a:off x="457200" y="2200000"/>
            <a:ext cx="274320" cy="274320"/>
          </a:xfrm>
        </p:spPr>
      </p:pic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sp>
        <p:nvSpPr>
          <p:cNvPr id="2" name="Forme"/>
          <p:cNvSpPr/>
          <p:nvPr>
            <p:ph type="title"/>
          </p:nvPr>
        </p:nvSpPr>
        <p:spPr>
          <a:xfrm>
            <a:off x="457200" y="400000"/>
            <a:ext cx="8000000" cy="400000"/>
          </a:xfrm>
        </p:spPr>
        <p:txBody>
          <a:bodyPr/>
          <a:p>
            <a:r>
              <a:t>Journalisation</a:t>
            </a:r>
          </a:p>
        </p:txBody>
      </p:sp>
      <p:sp>
        <p:nvSpPr>
          <p:cNvPr id="2" name="Forme"/>
          <p:cNvSpPr/>
          <p:nvPr/>
        </p:nvSpPr>
        <p:spPr>
          <a:xfrm>
            <a:off x="457200" y="1200000"/>
            <a:ext cx="8000000" cy="400000"/>
          </a:xfrm>
        </p:spPr>
        <p:txBody>
          <a:bodyPr/>
          <a:p>
            <a:r>
              <a:t>Principes et exemples</a:t>
            </a:r>
          </a:p>
        </p:txBody>
      </p:sp>
      <p:pic>
        <p:nvPicPr>
          <p:cNvPr id="3" name="Icone"/>
          <p:cNvPicPr/>
          <p:nvPr/>
        </p:nvPicPr>
        <p:blipFill>
          <a:blip r:embed="rId2"/>
        </p:blipFill>
        <p:spPr>
          <a:xfrm>
            <a:off x="457200" y="1800000"/>
            <a:ext cx="250000" cy="250000"/>
          </a:xfrm>
        </p:spPr>
      </p:pic>
      <p:pic>
        <p:nvPicPr>
          <p:cNvPr id="3" name="Icone"/>
          <p:cNvPicPr/>
          <p:nvPr/>
        </p:nvPicPr>
        <p:blipFill>
          <a:blip r:embed="rId2"/>
        </p:blipFill>
        <p:spPr>
          <a:xfrm>
            <a:off x="457200" y="2200000"/>
            <a:ext cx="274320" cy="274320"/>
          </a:xfrm>
        </p:spPr>
      </p:pic>
      <p:sp>
        <p:nvSpPr>
          <p:cNvPr id="2" name="Forme"/>
          <p:cNvSpPr/>
          <p:nvPr/>
        </p:nvSpPr>
        <p:spPr>
          <a:xfrm>
            <a:off x="457200" y="6408000"/>
            <a:ext cx="6000000" cy="400000"/>
          </a:xfrm>
        </p:spPr>
        <p:txBody>
          <a:bodyPr/>
          <a:p>
            <a:r>
              <a:t>Client fictif · Règles communes</a:t>
            </a:r>
          </a:p>
        </p:txBody>
      </p:sp>
      <p:sp>
        <p:nvSpPr>
          <p:cNvPr id="2" name="Forme"/>
          <p:cNvSpPr/>
          <p:nvPr/>
        </p:nvSpPr>
        <p:spPr>
          <a:xfrm>
            <a:off x="457200" y="6408000"/>
            <a:ext cx="400000" cy="400000"/>
          </a:xfrm>
        </p:spPr>
        <p:txBody>
          <a:bodyPr/>
          <a:p>
            <a:r>
              <a:t>4</a:t>
            </a:r>
          </a:p>
        </p:txBody>
      </p:sp>
    </p:spTree>
  </p:cSld>
</p:sld>
</file>