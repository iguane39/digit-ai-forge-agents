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Essai Fictif" pitchFamily="2" charset="0"/>
      <p:regular r:id="rId4"/>
    </p:embeddedFont>
  </p:embeddedFont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font" Target="fonts/font1.fntdata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e"/>
          <p:cNvSpPr txBox="1"/>
          <p:nvPr/>
        </p:nvSpPr>
        <p:spPr>
          <a:xfrm>
            <a:off x="914400" y="914400"/>
            <a:ext cx="10363200" cy="1371600"/>
          </a:xfrm>
          <a:prstGeom prst="rect">
            <a:avLst/>
          </a:prstGeom>
        </p:spPr>
        <p:txBody>
          <a:bodyPr/>
          <a:lstStyle/>
          <a:p>
            <a:r>
              <a:rPr lang="fr-FR" sz="4000">
                <a:latin typeface="Essai Fictif"/>
              </a:rPr>
              <a:t>Essai de polices embarquées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sai">
  <a:themeElements>
    <a:clrScheme name="Essai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Essai">
      <a:majorFont>
        <a:latin typeface="Essai Fictif"/>
        <a:ea typeface=""/>
        <a:cs typeface=""/>
      </a:majorFont>
      <a:minorFont>
        <a:latin typeface="Essai Fictif"/>
        <a:ea typeface=""/>
        <a:cs typeface=""/>
      </a:minorFont>
    </a:fontScheme>
    <a:fmtScheme name="Es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