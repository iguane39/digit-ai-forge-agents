
<file path=[Content_Types].xml><?xml version="1.0" encoding="utf-8"?>
<Types/>
</file>

<file path=ppt/presentation.xml><p:presentation><p:sldIdLst><p:sldId id="256" r:id="rId1"/><p:sldId id="257" r:id="rId2"/><p:sldId id="258" r:id="rId3"/><p:sldId id="259" r:id="rId4"/><p:sldId id="260" r:id="rId5"/><p:sldId id="261" r:id="rId6"/></p:sldIdLst></p:presentation>
</file>

<file path=ppt/_rels/presentation.xml.rels><Relationships><Relationship Id="rId1" Target="slides/slide1.xml"/><Relationship Id="rId2" Target="slides/slide2.xml"/><Relationship Id="rId3" Target="slides/slide3.xml"/><Relationship Id="rId4" Target="slides/slide4.xml"/><Relationship Id="rId5" Target="slides/slide5.xml"/><Relationship Id="rId6" Target="slides/slide6.xml"/></Relationships>
</file>

<file path=ppt/slides/_rels/slide1.xml.rels><Relationships><Relationship Id="rId1" Target="../media/image1.png"/></Relationships>
</file>

<file path=ppt/slides/_rels/slide4.xml.rels><Relationships><Relationship Id="rId1" Target="../media/image1.png"/></Relationships>
</file>

<file path=ppt/slides/_rels/slide6.xml.rels><Relationships><Relationship Id="rId1" Target="../media/image1.png"/></Relationships>
</file>

<file path=ppt/slides/slide1.xml><p:sld><p:cSpTree><p:sp><p:nvSpPr><p:ph type="ctrTitle"/></p:nvSpPr><p:spPr><a:xfrm><a:off x="100" y="2000000"/><a:ext cx="8000000" cy="500000"/></a:xfrm></p:spPr><p:txBody><a:p><a:r><a:t>Propale Digit-AI</a:t></a:r></a:p></p:txBody></p:sp><p:pic><p:spPr><a:xfrm><a:off x="100" y="100"/><a:ext cx="1500000" cy="500000"/></a:xfrm></p:spPr></p:pic></p:cSpTree></p:sld>
</file>

<file path=ppt/slides/slide2.xml><p:sld><p:cSpTree><p:sp><p:nvSpPr><p:ph type="title"/></p:nvSpPr><p:spPr><a:xfrm><a:off x="100" y="500000"/><a:ext cx="8000000" cy="500000"/></a:xfrm></p:spPr><p:txBody><a:p><a:r><a:t>Sommaire</a:t></a:r></a:p></p:txBody></p:sp><p:sp><p:nvSpPr></p:nvSpPr><p:spPr><a:xfrm><a:off x="100" y="1500000"/><a:ext cx="8000000" cy="500000"/></a:xfrm></p:spPr><p:txBody><a:p><a:r><a:t>01 Contexte</a:t></a:r></a:p><a:p><a:r><a:t>02 Proposition</a:t></a:r></a:p><a:p><a:r><a:t>03 Chiffrage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/p:cSpTree></p:sld>
</file>

<file path=ppt/slides/slide3.xml><p:sld><p:cSpTree><p:sp><p:nvSpPr></p:nvSpPr><p:spPr><a:xfrm><a:off x="100" y="2000000"/><a:ext cx="8000000" cy="500000"/></a:xfrm></p:spPr><p:txBody><a:p><a:r><a:t>01</a:t></a:r></a:p></p:txBody></p:sp><p:sp><p:nvSpPr></p:nvSpPr><p:spPr><a:xfrm><a:off x="100" y="3000000"/><a:ext cx="8000000" cy="500000"/></a:xfrm></p:spPr><p:txBody><a:p><a:r><a:t>Contexte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/p:cSpTree></p:sld>
</file>

<file path=ppt/slides/slide4.xml><p:sld><p:cSpTree><p:sp><p:nvSpPr></p:nvSpPr><p:spPr><a:xfrm><a:off x="100" y="400000"/><a:ext cx="8000000" cy="500000"/></a:xfrm></p:spPr><p:txBody><a:p><a:r><a:t>NOTRE CONVICTION</a:t></a:r></a:p></p:txBody></p:sp><p:sp><p:nvSpPr><p:ph type="title"/></p:nvSpPr><p:spPr><a:xfrm><a:off x="100" y="1000000"/><a:ext cx="8000000" cy="500000"/></a:xfrm></p:spPr><p:txBody><a:p><a:r><a:t>Contexte détaillé</a:t></a:r></a:p></p:txBody></p:sp><p:sp><p:nvSpPr></p:nvSpPr><p:spPr><a:xfrm><a:off x="100" y="2000000"/><a:ext cx="8000000" cy="500000"/></a:xfrm></p:spPr><p:txBody><a:p><a:r><a:t>Corps du slide</a:t></a:r></a:p></p:txBody></p:sp><p:pic><p:spPr><a:xfrm><a:off x="100" y="100"/><a:ext cx="1500000" cy="500000"/></a:xfrm></p:spPr></p:pic></p:cSpTree></p:sld>
</file>

<file path=ppt/slides/slide5.xml><p:sld><p:cSpTree><p:sp><p:nvSpPr></p:nvSpPr><p:spPr><a:xfrm><a:off x="100" y="2000000"/><a:ext cx="8000000" cy="500000"/></a:xfrm></p:spPr><p:txBody><a:p><a:r><a:t>02</a:t></a:r></a:p></p:txBody></p:sp><p:sp><p:nvSpPr></p:nvSpPr><p:spPr><a:xfrm><a:off x="100" y="3000000"/><a:ext cx="8000000" cy="500000"/></a:xfrm></p:spPr><p:txBody><a:p><a:r><a:t>Proposition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/p:cSpTree></p:sld>
</file>

<file path=ppt/slides/slide6.xml><p:sld><p:cSpTree><p:sp><p:nvSpPr><p:ph type="title"/></p:nvSpPr><p:spPr><a:xfrm><a:off x="100" y="500000"/><a:ext cx="8000000" cy="500000"/></a:xfrm></p:spPr><p:txBody><a:p><a:r><a:t>Vos interlocuteurs chez Digit-AI</a:t></a:r></a:p></p:txBody></p:sp><p:sp><p:nvSpPr><p:ph type="ftr"/></p:nvSpPr><p:spPr><a:xfrm><a:off x="100" y="6500000"/><a:ext cx="8000000" cy="500000"/></a:xfrm></p:spPr><p:txBody><a:p><a:r><a:t>Digit-AI — propale</a:t></a:r></a:p></p:txBody></p:sp><p:sp><p:nvSpPr><p:ph type="sldNum"/></p:nvSpPr><p:spPr><a:xfrm><a:off x="100" y="6500000"/><a:ext cx="8000000" cy="500000"/></a:xfrm></p:spPr><p:txBody><a:p><a:r><a:t>4</a:t></a:r></a:p></p:txBody></p:sp><p:pic><p:spPr><a:xfrm><a:off x="100" y="100"/><a:ext cx="1500000" cy="500000"/></a:xfrm></p:spPr></p:pic></p:cSpTree></p:sld>
</file>