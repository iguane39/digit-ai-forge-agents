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Relationships><Relationship Id="rId1" Target="slides/slide1.xml"/><Relationship Id="rId2" Target="slides/slide2.xml"/><Relationship Id="rId3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ctrTitle"/>
          </p:nvPr>
        </p:nvSpPr>
        <p:spPr>
          <a:xfrm>
            <a:off x="1000000" y="2000000"/>
            <a:ext cx="9000000" cy="800000"/>
          </a:xfrm>
        </p:spPr>
        <p:txBody>
          <a:bodyPr/>
          <a:p>
            <a:r>
              <a:t>Support fictif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1000000" y="400000"/>
            <a:ext cx="9000000" cy="800000"/>
          </a:xfrm>
        </p:spPr>
        <p:txBody>
          <a:bodyPr/>
          <a:p>
            <a:r>
              <a:t>Un titre assez long pour tenir sur deux lignes dans sa zone</a:t>
            </a:r>
          </a:p>
        </p:txBody>
      </p:sp>
      <p:sp>
        <p:nvSpPr>
          <p:cNvPr id="2" name="Forme"/>
          <p:cNvSpPr/>
          <p:nvPr/>
        </p:nvSpPr>
        <p:spPr>
          <a:xfrm>
            <a:off x="1000000" y="-50000"/>
            <a:ext cx="700000" cy="400000"/>
          </a:xfrm>
        </p:spPr>
        <p:txBody>
          <a:bodyPr/>
          <a:p>
            <a:r>
              <a:t>2 / 3</a:t>
            </a:r>
          </a:p>
        </p:txBody>
      </p:sp>
      <p:sp>
        <p:nvSpPr>
          <p:cNvPr id="2" name="Forme"/>
          <p:cNvSpPr/>
          <p:nvPr/>
        </p:nvSpPr>
        <p:spPr>
          <a:xfrm>
            <a:off x="1000000" y="2000000"/>
            <a:ext cx="8000000" cy="500000"/>
          </a:xfrm>
        </p:spPr>
        <p:txBody>
          <a:bodyPr/>
          <a:p>
            <a:r>
              <a:t>Corps de la diapositive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100000" y="6408000"/>
            <a:ext cx="6000000" cy="300000"/>
          </a:xfrm>
        </p:spPr>
        <p:txBody>
          <a:bodyPr/>
          <a:p>
            <a:r>
              <a:t>Digit-AI —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11000000" y="6408000"/>
            <a:ext cx="600000" cy="300000"/>
          </a:xfrm>
        </p:spPr>
        <p:txBody>
          <a:bodyPr/>
          <a:p>
            <a:r>
              <a:t>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1000000" y="400000"/>
            <a:ext cx="9000000" cy="800000"/>
          </a:xfrm>
        </p:spPr>
        <p:txBody>
          <a:bodyPr/>
          <a:p>
            <a:r>
              <a:t>Un second titre</a:t>
            </a:r>
          </a:p>
        </p:txBody>
      </p:sp>
      <p:sp>
        <p:nvSpPr>
          <p:cNvPr id="2" name="Forme"/>
          <p:cNvSpPr/>
          <p:nvPr/>
        </p:nvSpPr>
        <p:spPr>
          <a:xfrm>
            <a:off x="1000000" y="-50000"/>
            <a:ext cx="700000" cy="400000"/>
          </a:xfrm>
        </p:spPr>
        <p:txBody>
          <a:bodyPr/>
          <a:p>
            <a:r>
              <a:t>3 / 3</a:t>
            </a:r>
          </a:p>
        </p:txBody>
      </p:sp>
      <p:sp>
        <p:nvSpPr>
          <p:cNvPr id="2" name="Forme"/>
          <p:cNvSpPr/>
          <p:nvPr/>
        </p:nvSpPr>
        <p:spPr>
          <a:xfrm>
            <a:off x="1000000" y="2000000"/>
            <a:ext cx="8000000" cy="500000"/>
          </a:xfrm>
        </p:spPr>
        <p:txBody>
          <a:bodyPr/>
          <a:p>
            <a:r>
              <a:t>Corps de la diapositive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100000" y="6408000"/>
            <a:ext cx="6000000" cy="300000"/>
          </a:xfrm>
        </p:spPr>
        <p:txBody>
          <a:bodyPr/>
          <a:p>
            <a:r>
              <a:t>Digit-AI —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11000000" y="6408000"/>
            <a:ext cx="600000" cy="300000"/>
          </a:xfrm>
        </p:spPr>
        <p:txBody>
          <a:bodyPr/>
          <a:p>
            <a:r>
              <a:t>3</a:t>
            </a:r>
          </a:p>
        </p:txBody>
      </p:sp>
    </p:spTree>
  </p:cSld>
</p:sld>
</file>