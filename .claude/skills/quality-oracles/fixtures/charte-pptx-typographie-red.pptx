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</p:presentation>
</file>

<file path=ppt/_rels/presentation.xml.rels><Relationships><Relationship Id="rId1" Target="slides/slide1.xml"/><Relationship Id="rId2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Digit-AI · support fictif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9000000" cy="500000"/>
          </a:xfrm>
        </p:spPr>
        <p:txBody>
          <a:bodyPr/>
          <a:p>
            <a:r>
              <a:t>Calendrier du lot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500000"/>
            <a:ext cx="9000000" cy="500000"/>
          </a:xfrm>
        </p:spPr>
        <p:txBody>
          <a:bodyPr/>
          <a:p>
            <a:r>
              <a:t>Objectif : livrer le chapitre 4 en septembre 2026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200000"/>
            <a:ext cx="9000000" cy="500000"/>
          </a:xfrm>
        </p:spPr>
        <p:txBody>
          <a:bodyPr/>
          <a:p>
            <a:r>
              <a:t>Validé par le « comité de suivi »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900000"/>
            <a:ext cx="9000000" cy="500000"/>
          </a:xfrm>
        </p:spPr>
        <p:txBody>
          <a:bodyPr/>
          <a:p>
            <a:r>
              <a:t>Pourquoi ce délai ? La recette dure trois semaines.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2</a:t>
            </a:r>
          </a:p>
        </p:txBody>
      </p:sp>
    </p:spTree>
  </p:cSld>
</p:sld>
</file>