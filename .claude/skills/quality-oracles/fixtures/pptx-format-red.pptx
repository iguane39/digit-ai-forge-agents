
<file path=[Content_Types].xml><?xml version="1.0" encoding="utf-8"?>
<Types/>
</file>

<file path=ppt/presentation.xml><p:presentation><p:sldIdLst><p:sldId id="256" r:id="rId1"/></p:sldIdLst><p:sldSz cx="9144000" cy="6858000"/></p:presentation>
</file>

<file path=ppt/_rels/presentation.xml.rels><Relationships><Relationship Id="rId1" Target="slides/slide1.xml"/></Relationships>
</file>

<file path=ppt/slides/slide1.xml><p:sld><p:cSpTree><p:sp><p:txBody><a:p><a:r><a:rPr lang="fr-FR"><a:solidFill><a:srgbClr val="FF00FF"/></a:solidFill><a:latin typeface="Comic Sans MS"/></a:rPr><a:t>Module 1 — objectifs</a:t></a:r></a:p></p:txBody></p:sp></p:cSpTree></p:sld>
</file>

<file path=ppt/theme/theme1.xml><a:theme><a:fontScheme><a:majorFont><a:latin typeface="Roboto"/><a:ea typeface=""/></a:majorFont><a:minorFont><a:latin typeface="DM Sans"/></a:minorFont></a:fontScheme></a:theme>
</file>